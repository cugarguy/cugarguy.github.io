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73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8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7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1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3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0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6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0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9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5282C-6100-4B42-96E6-F242F127C72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8439A-96A2-4AE5-A327-2A90F051F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1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ob\Documents\Google Drive\Professional\Internet\BobSteeger.com\assets\images\works\salliemaehisto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19225"/>
            <a:ext cx="709612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67200" y="1100078"/>
            <a:ext cx="3962400" cy="28623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Supported two products no longer in service: </a:t>
            </a:r>
            <a:r>
              <a:rPr lang="en-US" dirty="0" err="1" smtClean="0">
                <a:solidFill>
                  <a:schemeClr val="tx2"/>
                </a:solidFill>
              </a:rPr>
              <a:t>PortSS</a:t>
            </a:r>
            <a:r>
              <a:rPr lang="en-US" dirty="0" smtClean="0">
                <a:solidFill>
                  <a:schemeClr val="tx2"/>
                </a:solidFill>
              </a:rPr>
              <a:t> and Laureate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2"/>
                </a:solidFill>
              </a:rPr>
              <a:t>PortSS</a:t>
            </a:r>
            <a:r>
              <a:rPr lang="en-US" dirty="0" smtClean="0">
                <a:solidFill>
                  <a:schemeClr val="tx2"/>
                </a:solidFill>
              </a:rPr>
              <a:t> was software used by lending institutions to support in-house student loan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Laureate was an online portal used by students and college financial aid administrators to apply and track student loans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27" name="Picture 3" descr="C:\Users\bob\Desktop\SM_ArchLogo_PMS66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532" y="228600"/>
            <a:ext cx="2668668" cy="123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70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ob\Documents\Google Drive\Professional\Internet\BobSteeger.com\assets\images\works\salliemaehisto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19225"/>
            <a:ext cx="709612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ob\Desktop\SM_ArchLogo_PMS66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532" y="228600"/>
            <a:ext cx="2668668" cy="123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62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ob\Desktop\aol-660x33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1000"/>
            <a:ext cx="2011362" cy="100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bob\Documents\google drive\professional\internet\bobsteeger.com\assets\images\works\aolecom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971" y="1209575"/>
            <a:ext cx="59721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4600" y="1246049"/>
            <a:ext cx="4191000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Defined and developed a process for the business unit to create and document requirements for website development, that would feed into the company’s overall development process and planning ; a self created Product Management Process before the group had product managers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6662" y="757535"/>
            <a:ext cx="2995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eCommerce Group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3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ob\Desktop\aol-660x33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1000"/>
            <a:ext cx="2011362" cy="100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bob\Documents\google drive\professional\internet\bobsteeger.com\assets\images\works\aolecom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971" y="1209575"/>
            <a:ext cx="59721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6662" y="757535"/>
            <a:ext cx="2995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eCommerce Group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ob\Documents\Google Drive\Professional\Internet\BobSteeger.com\assets\images\works\aol-design-stu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5715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02869" y="1461815"/>
            <a:ext cx="5688531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Provided Studio of 50+ designers a predictable process that would allow project managers to plan the Design phase of large software development projects.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51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bob\Documents\Google Drive\Professional\Internet\BobSteeger.com\assets\images\works\verizoncd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1"/>
            <a:ext cx="6456138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27734" y="1258669"/>
            <a:ext cx="5892266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Provided 4 layers of service: Product management, Program management, General management, and Consulting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4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bob\Documents\Google Drive\Professional\Internet\BobSteeger.com\assets\images\works\intersec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3" y="656923"/>
            <a:ext cx="8945847" cy="452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27734" y="962138"/>
            <a:ext cx="5892266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Managed all internet based projects including the launch of the first 3 in 1 credit report online.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68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bob\Documents\Google Drive\Professional\Internet\BobSteeger.com\assets\images\works\aolrem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399"/>
            <a:ext cx="7772400" cy="558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27734" y="962138"/>
            <a:ext cx="5892266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Led not one, but two full site redesigns supporting a complete change of business model and content strategy.  Also, negotiated several deals from content providers.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58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bob\Documents\Google Drive\Professional\Internet\BobSteeger.com\assets\images\works\aolcareer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22"/>
          <a:stretch/>
        </p:blipFill>
        <p:spPr bwMode="auto">
          <a:xfrm>
            <a:off x="838200" y="381001"/>
            <a:ext cx="7324725" cy="471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00200" y="962138"/>
            <a:ext cx="6019800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Guided business through market analysis and ideation for redesigning overall experience to include several new features that would ultimately broaden the scope of brand.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70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bob\Documents\Google Drive\Professional\Internet\BobSteeger.com\assets\images\works\instor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7848600" cy="607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27734" y="962138"/>
            <a:ext cx="5892266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444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9050"/>
            <a:bevelB w="19050"/>
          </a:sp3d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Simultaneously served in three roles: Program manager, matrixed Project manager and Product manager;  lea</a:t>
            </a:r>
            <a:r>
              <a:rPr lang="en-US" dirty="0" smtClean="0">
                <a:solidFill>
                  <a:schemeClr val="tx2"/>
                </a:solidFill>
              </a:rPr>
              <a:t>ding eCommerce redesign project, plus development of a new content management and publishing system.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28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235</Words>
  <Application>Microsoft Office PowerPoint</Application>
  <PresentationFormat>On-screen Show (4:3)</PresentationFormat>
  <Paragraphs>13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Steeger</dc:creator>
  <cp:lastModifiedBy>Bob Steeger</cp:lastModifiedBy>
  <cp:revision>8</cp:revision>
  <dcterms:created xsi:type="dcterms:W3CDTF">2016-04-20T20:32:04Z</dcterms:created>
  <dcterms:modified xsi:type="dcterms:W3CDTF">2016-04-20T22:55:17Z</dcterms:modified>
</cp:coreProperties>
</file>